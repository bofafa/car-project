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1" r:id="rId4"/>
    <p:sldId id="257" r:id="rId5"/>
    <p:sldId id="258" r:id="rId6"/>
    <p:sldId id="259" r:id="rId7"/>
    <p:sldId id="273" r:id="rId8"/>
    <p:sldId id="268" r:id="rId9"/>
    <p:sldId id="274" r:id="rId10"/>
    <p:sldId id="260" r:id="rId11"/>
    <p:sldId id="275" r:id="rId12"/>
    <p:sldId id="262" r:id="rId13"/>
    <p:sldId id="276" r:id="rId14"/>
    <p:sldId id="277" r:id="rId15"/>
    <p:sldId id="278" r:id="rId16"/>
    <p:sldId id="266" r:id="rId17"/>
    <p:sldId id="264" r:id="rId18"/>
    <p:sldId id="265" r:id="rId19"/>
    <p:sldId id="279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B2F27-CF11-6A81-4E39-279CB28C9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53540C-71BD-C1B6-BFD0-3F5692075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BDAFA8-3DB3-2816-B4FA-E2807EEB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B98CEE-3344-2304-B4F8-61136F2C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A31F9D-8D0C-2812-D57D-08EFC346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08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4B8CA-B339-9EDD-922E-8EA56A6E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94B301-1E31-47A4-4A71-0645DB2E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FA0E1-186C-9700-1882-6226EE5D9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2D578D-BC28-258D-F09A-64379F76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7FC711-4100-EA8A-769D-B8E01144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47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F1D93-5AEB-3818-FF13-D39A7DA7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FBE6E1-722B-F98A-53E4-9CA552F18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185A7D-931A-2222-ECF0-3F9F2051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DF3231-4151-82F7-3BE1-B612D93B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6408E6-2DBE-12D7-4A50-30011B0B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25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32A0A-F94F-18A5-2781-A78889A0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50892E-BF89-04B1-B7E9-23298F931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8B4EEC-798B-9905-CDB4-4CB6470C7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88806B-45F4-0F55-C042-0DB1DC51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53B2E5-AF80-1886-37F4-AC190566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006955-E50F-F468-2783-ECEAB7FC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48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229EC8-CA8F-70C3-829D-CB8C450A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5AB53D-206A-6670-0D1E-92D4E5306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F291EC-759F-17C5-DA94-547B7AD86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F561251-F1FF-FA5E-4DBC-6DD343689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66D36F-924D-F08C-EF33-6F2E458EA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6AC6328-5FCA-37EA-A43A-D181150E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00926C7-6E18-909B-B5BB-2B877D56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29562D-F5B0-11DC-BBD4-D5F06F49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95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89300B-D484-7852-976D-BCAA56F9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6E7EB66-C6CC-991D-8AC7-E57BAA99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65FEF4-AF88-4316-B255-B6F88B7B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4054A6-55DD-DE36-44FB-130D9E83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688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5A67172-226C-FCEC-119B-A9655F26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9FDFE44-0FF4-92D0-AF09-AB32EF27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E2539B-7DBC-D061-6D91-122EC207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31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524D9C-FB8B-7A4F-24F7-AD46E18F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9F1B75-6AC6-2E06-6C21-1EF24F2EB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56955E-F51B-B530-24EC-11DB53625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B3E345-AE84-16CE-18C8-63BB69FD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E2A89E-BE74-3393-5D24-3DBBB3C4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9E9A6E-8821-C1B9-3894-F370EEE0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07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4D8DCB-C6C1-E13C-8945-19C6C592E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42F4A91-FA20-BC4F-1211-40011A677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9E7194-3735-E15D-4647-396453E27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2EBA86-7565-96BF-8510-8FEEB2BA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422139-FEA7-A990-A698-724EABD9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F142D3-82B0-5926-FE7C-446FE527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44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88913F-87B8-10B2-41E2-3793EC82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8FD952-A293-172D-BA52-FC4320A4E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EDF12D-513F-279C-83FB-8B42A7ED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FEAF25-2375-FA87-BF57-B519C671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B18A47-9F8E-85B5-0810-2CB18B2A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79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B3DA45-62E8-D3CA-8A71-5AA8F2F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903CA7-2F98-5D50-1A3A-6C2FF361B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42FC03-5DB1-AE74-ED0A-7B8A4287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E5494C-7C2A-EEE6-6C56-6F816E7D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E6C2A6-D773-A0BD-A84B-4F8C2374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35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4D55321-1E27-43D7-AFF4-B3CA363F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4BCC38-D102-8FC8-6A0B-7015144D8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0427B9-A670-8B46-A20C-A07652BF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2024A-1415-49D5-87A8-D0134F22C1D6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521ED7-9BC9-8B18-FF51-93040DD5E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F891A5-FFCA-5507-38FC-463D66AA7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91B79-77DF-4A02-828B-DFEB45EBD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96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A61E985-E1F2-CE03-072B-12248C49E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6" y="730750"/>
            <a:ext cx="11698068" cy="56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0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BCBD8-71B0-D25D-9677-1B979FC1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FE2FC55-42B7-FC2D-A1EA-6A893F78D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76" y="723900"/>
            <a:ext cx="11624047" cy="56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0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B06C-B823-8537-C706-228F8A8C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9E87388-047A-4257-51EC-2DB228E9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566" y="528125"/>
            <a:ext cx="2530908" cy="60631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36FC1F1-9EA5-1AF2-56F3-7F18997D3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679" y="912102"/>
            <a:ext cx="7697008" cy="54436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14D41C9-4F4D-01A6-55BD-948DD4BC1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679" y="2009775"/>
            <a:ext cx="4640424" cy="444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6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2B18-4E94-98B2-2EAE-2379AE9D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06A0CCD-D84E-7D7C-14D9-C194276AD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84" y="299884"/>
            <a:ext cx="8482231" cy="625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4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13015-0DBC-75CC-2D03-F5643331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E162E3C-76C1-81B1-F23C-156519B18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85" y="221226"/>
            <a:ext cx="5011062" cy="641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5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3227E-F3E2-4BEF-53DC-7420FFEE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8609B68-F334-73E6-D2C7-82363D029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79" y="857251"/>
            <a:ext cx="11059042" cy="555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4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FFCB-E430-5970-4F1E-4D3848DF4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FCB58C8-754B-2928-9289-6F68FF91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12" y="828675"/>
            <a:ext cx="11527175" cy="562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71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0FA0-2356-37CB-D2BC-2DB0984A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39B4026-7F40-23AA-23B0-7F1B864DE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1" y="240889"/>
            <a:ext cx="5529378" cy="637621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CA2464C-4A97-F5FB-4F94-0A2783212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444" y="4228934"/>
            <a:ext cx="3713103" cy="212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6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82FC-9733-3600-7B05-1C6259EB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AF050CF-B632-4C00-6753-5287A596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556951"/>
            <a:ext cx="11780692" cy="574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0CE8-8CBD-7F1A-0FFD-93D236EE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E5EB8AE-25B1-950D-EFA0-F12C706B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63" y="2647849"/>
            <a:ext cx="10458473" cy="180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6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0CA4-508C-2734-3B02-FB792994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96ECD1B-C42F-F2FC-C161-0FFB45F34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84" y="790575"/>
            <a:ext cx="11681231" cy="561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0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5D48-389A-6DE0-7CC7-21E41840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F98D11B-6B64-BA03-DC57-6A648C94D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1495155"/>
            <a:ext cx="1159354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6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94225-6003-245F-1072-473B7262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CF09BB4-93F4-4248-5767-EEDEC456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725817"/>
            <a:ext cx="11706225" cy="563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63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FA978-A04B-846D-E851-E74916DA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1F340E5-BE16-6DCE-D88E-26BA6B6E9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2" y="830807"/>
            <a:ext cx="11652896" cy="56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97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3E5-57B1-B75F-2DCA-09A86EE1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13881A1-F077-AF76-FCA2-04F84F4A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51" y="958332"/>
            <a:ext cx="11476097" cy="552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92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4959-143C-B52C-C177-D23693E2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1A30DA6-11B3-CA8D-5A1A-4BE947543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873" y="2700293"/>
            <a:ext cx="4905945" cy="204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8C75-B8A8-59E6-DDCA-92032A98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A0D55B4-51A2-024C-0114-6D267FF28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2" y="476250"/>
            <a:ext cx="8265763" cy="609600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44F6E06F-4B82-3B82-38FB-8A8607F89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125" y="3093322"/>
            <a:ext cx="3120193" cy="13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19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D0EB-2DF2-3E5E-BC17-F425919D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F4D42E4-C660-4E87-1C67-65952F0A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38" y="582127"/>
            <a:ext cx="9525831" cy="585771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7A73809-DA7F-AEC6-B64E-7F9581257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3510986"/>
            <a:ext cx="2119668" cy="88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46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B74E-BC99-7595-4971-4E7A7D1C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EDD6C36-2D9A-2AB8-EA5C-DBA5F5D4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3" y="499653"/>
            <a:ext cx="9307224" cy="5858693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7CCF1D8C-C2AA-C7F5-5170-D0CDFD89C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501461"/>
            <a:ext cx="2119668" cy="88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Office PowerPoint</Application>
  <PresentationFormat>寬螢幕</PresentationFormat>
  <Paragraphs>0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L09</dc:creator>
  <cp:lastModifiedBy>L08</cp:lastModifiedBy>
  <cp:revision>54</cp:revision>
  <dcterms:created xsi:type="dcterms:W3CDTF">2025-03-26T22:48:37Z</dcterms:created>
  <dcterms:modified xsi:type="dcterms:W3CDTF">2025-04-10T07:40:05Z</dcterms:modified>
</cp:coreProperties>
</file>